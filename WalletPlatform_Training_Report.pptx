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36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BA22A-D1AD-3685-D4A7-5A80C5A3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E4FE2-FF53-B13F-F383-05F53B09B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EC1C2-BA03-9DD3-DD3A-49E804619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BB9B0-A89B-43FD-48F1-0FB1FDCFD6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7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2801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4754880"/>
            <a:ext cx="8823960" cy="3886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 &amp; Payment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1148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Industrial Training Report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(Information Technology)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– May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Anuska Palit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INDUSTRIAL TRAINING REPORT  |  2025–2026</a:t>
            </a:r>
            <a:endParaRPr lang="en-US" sz="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71313F-B9EC-3B8C-128F-CDDF4E8C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192" y="2805303"/>
            <a:ext cx="3228975" cy="1466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8529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Capgemini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Months  (18 Dec 2025 – 20 May 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Full Stack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WalletPlatform – Digital Wallet &amp; Payment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10  ·  Angular  ·  SQL Server  ·  RabbitMQ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00507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Focus: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Angular · Microservices Architecture · RabbitMQ · JWT Authentication · SQL Server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16276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16276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15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38988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" y="1828800"/>
            <a:ext cx="148132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901952"/>
            <a:ext cx="14813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Fundamentals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93392" y="1005840"/>
            <a:ext cx="16276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005840"/>
            <a:ext cx="16276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1115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66544" y="138988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66544" y="1828800"/>
            <a:ext cx="148132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1901952"/>
            <a:ext cx="14813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6744" y="1005840"/>
            <a:ext cx="16276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66744" y="1005840"/>
            <a:ext cx="16276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9896" y="1115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39896" y="138988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Security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39896" y="1828800"/>
            <a:ext cx="148132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901952"/>
            <a:ext cx="14813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0096" y="1005840"/>
            <a:ext cx="16276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0096" y="1005840"/>
            <a:ext cx="16276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1115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138988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13248" y="1828800"/>
            <a:ext cx="148132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1901952"/>
            <a:ext cx="14813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Gateway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13448" y="1005840"/>
            <a:ext cx="16276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13448" y="1005840"/>
            <a:ext cx="16276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1115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86600" y="138988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86600" y="1828800"/>
            <a:ext cx="148132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1901952"/>
            <a:ext cx="14813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47672" y="2683764"/>
            <a:ext cx="73152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21024" y="2683764"/>
            <a:ext cx="73152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94376" y="2683764"/>
            <a:ext cx="73152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67728" y="2683764"/>
            <a:ext cx="73152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 Acquired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645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155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&amp; .NET 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1508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00584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1155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12848" y="1481328"/>
            <a:ext cx="1508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00584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100584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11155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41648" y="1481328"/>
            <a:ext cx="1508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Decomposition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Messaging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88720" y="278892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88720" y="2788920"/>
            <a:ext cx="64008" cy="16459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2898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98448" y="3264408"/>
            <a:ext cx="1508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Routing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788920"/>
            <a:ext cx="1691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17520" y="2788920"/>
            <a:ext cx="64008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28986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27248" y="3264408"/>
            <a:ext cx="1508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1005840"/>
            <a:ext cx="3017520" cy="3886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1572768"/>
            <a:ext cx="27432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25312" y="1691640"/>
            <a:ext cx="969264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17099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58584" y="1691640"/>
            <a:ext cx="969264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17099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25312" y="2093976"/>
            <a:ext cx="1627632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21122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16952" y="2093976"/>
            <a:ext cx="530352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21122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25312" y="2496312"/>
            <a:ext cx="1078992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2514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68312" y="2496312"/>
            <a:ext cx="859536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4888" y="2514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25312" y="2898648"/>
            <a:ext cx="969264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291693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58584" y="2898648"/>
            <a:ext cx="1298448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291693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25312" y="3300984"/>
            <a:ext cx="1188720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61888" y="33192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178040" y="3300984"/>
            <a:ext cx="969264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14616" y="331927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25312" y="3703320"/>
            <a:ext cx="640080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372160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29400" y="3703320"/>
            <a:ext cx="1408176" cy="292608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5976" y="372160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35345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" y="76809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
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 communicate through RabbitMQ and are exposed via a centralized Ocelot API Gateway.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12981"/>
              </p:ext>
            </p:extLst>
          </p:nvPr>
        </p:nvGraphicFramePr>
        <p:xfrm>
          <a:off x="365760" y="1737360"/>
          <a:ext cx="2743200" cy="322478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&amp; User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Rewards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Redemption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Receipts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351276" y="747346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960620" y="940424"/>
            <a:ext cx="2148840" cy="502920"/>
          </a:xfrm>
          <a:prstGeom prst="rect">
            <a:avLst/>
          </a:prstGeom>
          <a:solidFill>
            <a:srgbClr val="0F2044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56048" y="919499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56048" y="1605299"/>
            <a:ext cx="21488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1605299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Message Bus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03036" y="1422419"/>
            <a:ext cx="32004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4720" y="2377440"/>
            <a:ext cx="155448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377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97096" y="208993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84648" y="2245379"/>
            <a:ext cx="15544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84648" y="224537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34456" y="208993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22008" y="2245379"/>
            <a:ext cx="1554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22008" y="224537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671816" y="208993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74720" y="3154680"/>
            <a:ext cx="1554480" cy="5943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97096" y="286717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84648" y="3022619"/>
            <a:ext cx="1554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84648" y="302261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34456" y="286717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22008" y="3022619"/>
            <a:ext cx="15544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22008" y="302261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671816" y="286717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3777703"/>
            <a:ext cx="15544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7472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197096" y="364441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184648" y="3799859"/>
            <a:ext cx="155448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84648" y="379985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34456" y="364441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22008" y="3799859"/>
            <a:ext cx="15544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22008" y="3799859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671816" y="3644411"/>
            <a:ext cx="27432" cy="155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51860" y="4645152"/>
            <a:ext cx="521208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74720" y="46451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7303A-7CD8-BFB3-FCA1-7CED6E84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842241-9249-25CA-3CFB-F77AC477D8B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BE551CB-BA51-DA6A-92C9-5A08B20EAD6D}"/>
              </a:ext>
            </a:extLst>
          </p:cNvPr>
          <p:cNvSpPr/>
          <p:nvPr/>
        </p:nvSpPr>
        <p:spPr>
          <a:xfrm>
            <a:off x="109728" y="35345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2218DA-D50F-C0ED-B698-7EC1B29BC7D8}"/>
              </a:ext>
            </a:extLst>
          </p:cNvPr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6419DD-5FE8-53D4-FBE0-DB607FF53875}"/>
              </a:ext>
            </a:extLst>
          </p:cNvPr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5A24705-F0E8-6AEE-6E1C-F48A171A076A}"/>
              </a:ext>
            </a:extLst>
          </p:cNvPr>
          <p:cNvSpPr/>
          <p:nvPr/>
        </p:nvSpPr>
        <p:spPr>
          <a:xfrm>
            <a:off x="352044" y="768096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779AAEF-0FB8-12FA-99D9-41E419189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30527"/>
              </p:ext>
            </p:extLst>
          </p:nvPr>
        </p:nvGraphicFramePr>
        <p:xfrm>
          <a:off x="1847088" y="1737360"/>
          <a:ext cx="1261872" cy="2590800"/>
        </p:xfrm>
        <a:graphic>
          <a:graphicData uri="http://schemas.openxmlformats.org/drawingml/2006/table">
            <a:tbl>
              <a:tblPr/>
              <a:tblGrid>
                <a:gridCol w="588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3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136A7A9D-8208-F3F9-6B13-2B1F1FEEDFCB}"/>
              </a:ext>
            </a:extLst>
          </p:cNvPr>
          <p:cNvSpPr/>
          <p:nvPr/>
        </p:nvSpPr>
        <p:spPr>
          <a:xfrm>
            <a:off x="4956048" y="919499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4896278-62FD-C72F-0753-8F0D6660F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61" y="730010"/>
            <a:ext cx="5544021" cy="439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48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265176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97280"/>
            <a:ext cx="4572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6459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Refresh Tokens and Role-Based Access Control for all platform users.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987552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987552"/>
            <a:ext cx="26517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097280"/>
            <a:ext cx="4572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1097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18688" y="16459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creation, balance management, and secure money transactions.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987552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987552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097280"/>
            <a:ext cx="4572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10972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53328" y="164592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Admin-reviewed document verification workflow for user onboarding.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3464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944368"/>
            <a:ext cx="4572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29443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System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" y="34930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loyalty points and redeem vouchers through the rewards catalog.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28346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0" y="283464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2944368"/>
            <a:ext cx="4572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📨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49040" y="29443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18688" y="34930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RabbitMQ-powered async communication between independent services.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28346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2834640"/>
            <a:ext cx="2651760" cy="5486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53328" y="2944368"/>
            <a:ext cx="4572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533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583680" y="29443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53328" y="349300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chatbot for user support and platform guidance.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2606040" cy="1645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33272"/>
            <a:ext cx="2514600" cy="228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399032"/>
            <a:ext cx="144111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627632"/>
            <a:ext cx="133350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856232"/>
            <a:ext cx="1336093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084832"/>
            <a:ext cx="798719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313432"/>
            <a:ext cx="1417347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40864"/>
            <a:ext cx="260604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408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3240" y="987552"/>
            <a:ext cx="2606040" cy="1645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1033272"/>
            <a:ext cx="2514600" cy="228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72968" y="1399032"/>
            <a:ext cx="975732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72968" y="1627632"/>
            <a:ext cx="1323884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72968" y="1856232"/>
            <a:ext cx="13695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2084832"/>
            <a:ext cx="902492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72968" y="2313432"/>
            <a:ext cx="987665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2340864"/>
            <a:ext cx="260604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23408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52160" y="987552"/>
            <a:ext cx="2606040" cy="1645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033272"/>
            <a:ext cx="2514600" cy="228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107899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61888" y="1399032"/>
            <a:ext cx="1323359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61888" y="1627632"/>
            <a:ext cx="1193581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61888" y="1856232"/>
            <a:ext cx="500852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61888" y="2084832"/>
            <a:ext cx="426427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61888" y="2313432"/>
            <a:ext cx="105379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2340864"/>
            <a:ext cx="260604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23408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2770632"/>
            <a:ext cx="2606040" cy="1645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2816352"/>
            <a:ext cx="2514600" cy="228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3182112"/>
            <a:ext cx="1312983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3410712"/>
            <a:ext cx="821364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3639312"/>
            <a:ext cx="111096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" y="3867912"/>
            <a:ext cx="1310434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4096512"/>
            <a:ext cx="702899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123944"/>
            <a:ext cx="260604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1239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063240" y="2770632"/>
            <a:ext cx="2606040" cy="1645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0" y="2816352"/>
            <a:ext cx="2514600" cy="228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3756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7472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72968" y="3182112"/>
            <a:ext cx="1354771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72968" y="3410712"/>
            <a:ext cx="1032227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72968" y="3639312"/>
            <a:ext cx="946754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72968" y="3867912"/>
            <a:ext cx="637217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72968" y="4096512"/>
            <a:ext cx="91558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63240" y="4123944"/>
            <a:ext cx="260604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08960" y="41239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Module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852160" y="2770632"/>
            <a:ext cx="2606040" cy="1645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2816352"/>
            <a:ext cx="2514600" cy="228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8932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2648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63640" y="2862072"/>
            <a:ext cx="73152" cy="7315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61888" y="3182112"/>
            <a:ext cx="816513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61888" y="3410712"/>
            <a:ext cx="857529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961888" y="3639312"/>
            <a:ext cx="603680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61888" y="3867912"/>
            <a:ext cx="583963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61888" y="4096512"/>
            <a:ext cx="1264835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4123944"/>
            <a:ext cx="2606040" cy="2926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97880" y="41239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Replace placeholder frames with actual application screenshots.</a:t>
            </a:r>
            <a:endParaRPr lang="en-US" sz="1000" dirty="0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712A9743-8726-EDB3-7044-8A09ECFF1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88" t="11911" r="6395" b="14311"/>
          <a:stretch>
            <a:fillRect/>
          </a:stretch>
        </p:blipFill>
        <p:spPr>
          <a:xfrm>
            <a:off x="274319" y="1005840"/>
            <a:ext cx="2651761" cy="137043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32C8267-C614-5719-FC30-96EB5C470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32" t="13155" r="4499" b="14312"/>
          <a:stretch>
            <a:fillRect/>
          </a:stretch>
        </p:blipFill>
        <p:spPr>
          <a:xfrm>
            <a:off x="3051758" y="933609"/>
            <a:ext cx="2617522" cy="13875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07132A68-7580-4314-8D3E-393BBA284E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60" t="17778" r="1847" b="24800"/>
          <a:stretch>
            <a:fillRect/>
          </a:stretch>
        </p:blipFill>
        <p:spPr>
          <a:xfrm>
            <a:off x="5831995" y="1001268"/>
            <a:ext cx="2906504" cy="1252728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829CB6F-C7D4-DECF-901B-3A01E4C713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912" r="1200" b="5914"/>
          <a:stretch>
            <a:fillRect/>
          </a:stretch>
        </p:blipFill>
        <p:spPr>
          <a:xfrm>
            <a:off x="112869" y="2770632"/>
            <a:ext cx="2815464" cy="131720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B66CE5AD-910B-0BA6-C9F8-B054CB481A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490" t="33878" r="32248" b="26928"/>
          <a:stretch>
            <a:fillRect/>
          </a:stretch>
        </p:blipFill>
        <p:spPr>
          <a:xfrm>
            <a:off x="3075081" y="2766061"/>
            <a:ext cx="2594199" cy="1298448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BF048945-64C3-8A6C-DEFD-924F6BCDA44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9435" t="25422" b="15734"/>
          <a:stretch>
            <a:fillRect/>
          </a:stretch>
        </p:blipFill>
        <p:spPr>
          <a:xfrm>
            <a:off x="5868275" y="2752344"/>
            <a:ext cx="2614091" cy="1303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Examinations &amp; Evaluations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92024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627632" y="1097280"/>
            <a:ext cx="5486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1097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Assessment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and .NET Fundamentals</a:t>
            </a:r>
            <a:b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Coding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28346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06040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005840"/>
            <a:ext cx="192024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867912" y="1097280"/>
            <a:ext cx="5486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1097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Interview 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8346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05840"/>
            <a:ext cx="192024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108192" y="1097280"/>
            <a:ext cx="5486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1097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 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Interview II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23560" y="28346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86600" y="10058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86600" y="1005840"/>
            <a:ext cx="192024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96328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8348472" y="1097280"/>
            <a:ext cx="5486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48472" y="1097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7804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Assessment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7804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Technical Evaluation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MCQs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3840" y="2834640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3401568"/>
            <a:ext cx="84124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49300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Outcome  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all assessments and project evaluations while developing a production-grade fintech application.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54864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115568"/>
            <a:ext cx="594360" cy="59436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115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4996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in .NET Full Stack Development, Microservices Architecture, Angular, SQL Server, RabbitMQ, and secure application development.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377440"/>
            <a:ext cx="594360" cy="59436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6148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WalletPlatform — a scalable digital wallet ecosystem featuring authentication, KYC verification, transactions, rewards, notifications, and admin controls.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47872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47872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639312"/>
            <a:ext cx="594360" cy="59436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39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Readiness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enhanced problem-solving abilities, software engineering skills, and readiness for enterprise-level software development roles.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28600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13716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389120"/>
            <a:ext cx="8732520" cy="7543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45720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848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Anuska Palit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Technology (Information Technology)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
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Industrial Training  ·  2025–2026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439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4B6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WALLETPLATFORM  ·  DIGITAL WALLET &amp; PAYMENT PLATFORM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578</Words>
  <Application>Microsoft Office PowerPoint</Application>
  <PresentationFormat>On-screen Show (16:9)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WalletPlatform – Industrial Training Report</dc:title>
  <dc:subject>PptxGenJS Presentation</dc:subject>
  <dc:creator>Anuska Palit</dc:creator>
  <cp:lastModifiedBy>Anuska Palit</cp:lastModifiedBy>
  <cp:revision>5</cp:revision>
  <dcterms:created xsi:type="dcterms:W3CDTF">2026-06-05T05:03:57Z</dcterms:created>
  <dcterms:modified xsi:type="dcterms:W3CDTF">2026-06-06T03:32:44Z</dcterms:modified>
</cp:coreProperties>
</file>