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811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3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12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Deep Dive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Fintech Platform  •  .NET 10  •  Clean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920240" cy="822960"/>
          </a:xfrm>
          <a:prstGeom prst="rect">
            <a:avLst/>
          </a:prstGeom>
          <a:solidFill>
            <a:srgbClr val="243B5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108960"/>
            <a:ext cx="192024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6027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33472" y="3108960"/>
            <a:ext cx="1920240" cy="822960"/>
          </a:xfrm>
          <a:prstGeom prst="rect">
            <a:avLst/>
          </a:prstGeom>
          <a:solidFill>
            <a:srgbClr val="243B5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33472" y="3108960"/>
            <a:ext cx="192024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633472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33472" y="36027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3108960"/>
            <a:ext cx="1920240" cy="822960"/>
          </a:xfrm>
          <a:prstGeom prst="rect">
            <a:avLst/>
          </a:prstGeom>
          <a:solidFill>
            <a:srgbClr val="243B5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9744" y="3108960"/>
            <a:ext cx="192024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9744" y="36027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86016" y="3108960"/>
            <a:ext cx="1920240" cy="822960"/>
          </a:xfrm>
          <a:prstGeom prst="rect">
            <a:avLst/>
          </a:prstGeom>
          <a:solidFill>
            <a:srgbClr val="243B5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86016" y="3108960"/>
            <a:ext cx="192024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86016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RabbitMQ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86016" y="36027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Aaryan  |  Full-Stack .NET Developer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we need a platform redesign?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60520" cy="150876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41605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9844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Monolith Bottleneck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682496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— one bug in billing takes down auth, wallet, and notifications.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150876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41605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9844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Scale Mismatch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82496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transactions demand 100× the compute of profile reads. Can't scale selectively.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4160520" cy="150876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0360"/>
            <a:ext cx="41605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9900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Deployment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feature release requires full app redeployment — high blast radius.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60520" cy="150876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41605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900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Tight Coupling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374136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DB schema, and UI are tangled — impossible to evolve independently.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Decompose into 10 independent microservices — each with its own DB, lifecycle, and deployment unit.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Microservices?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and the trade-offs we accepted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5212080" cy="8595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14400"/>
            <a:ext cx="91440" cy="85953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9601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25272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team ships hotfixes without touching Wallet or Ledger. Zero blast radius.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883664"/>
            <a:ext cx="5212080" cy="8595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83664"/>
            <a:ext cx="91440" cy="85953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293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Freedom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221992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 in .NET 10; Chatbot in Python FastAPI — best tool per job.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52928"/>
            <a:ext cx="5212080" cy="8595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52928"/>
            <a:ext cx="91440" cy="85953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986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191256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failure does NOT crash Auth. Circuit-breaker via Polly in gateway.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5212080" cy="8595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22192"/>
            <a:ext cx="91440" cy="85953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679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Scaling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Wallet × 10 without touching Notification or Rewards.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15000" y="914400"/>
            <a:ext cx="3154680" cy="39776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0" y="914400"/>
            <a:ext cx="3154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100584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Trade-offs Accepted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06440" y="14173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Network latency between services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207568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Distributed transaction complexity → Saga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06440" y="273405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Operational overhead (10 DBs)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339242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Event eventual consistency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06440" y="41605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REAL questions interviewers probe.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Identification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Decomposition — each service owns one bounded 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60520" cy="685800"/>
          </a:xfrm>
          <a:prstGeom prst="rect">
            <a:avLst/>
          </a:prstGeom>
          <a:solidFill>
            <a:srgbClr val="243B5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73152" cy="685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0607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  Auth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3350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Register, JWT issuance, Refresh Token rotation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60520" cy="685800"/>
          </a:xfrm>
          <a:prstGeom prst="rect">
            <a:avLst/>
          </a:prstGeom>
          <a:solidFill>
            <a:srgbClr val="243B5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05840"/>
            <a:ext cx="73152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10607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  UserProfile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73752" y="13350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info, KYC data, avatar — reads 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801368"/>
            <a:ext cx="4160520" cy="685800"/>
          </a:xfrm>
          <a:prstGeom prst="rect">
            <a:avLst/>
          </a:prstGeom>
          <a:solidFill>
            <a:srgbClr val="243B5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801368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1856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:5003  Wallet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130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CRUD, Add Money, Transfer — idempotency-first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801368"/>
            <a:ext cx="4160520" cy="685800"/>
          </a:xfrm>
          <a:prstGeom prst="rect">
            <a:avLst/>
          </a:prstGeom>
          <a:solidFill>
            <a:srgbClr val="243B5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801368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1856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:5004  Ledger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3752" y="2130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bookkeeping: every txn → Debit + Credit entry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596896"/>
            <a:ext cx="4160520" cy="685800"/>
          </a:xfrm>
          <a:prstGeom prst="rect">
            <a:avLst/>
          </a:prstGeom>
          <a:solidFill>
            <a:srgbClr val="243B5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596896"/>
            <a:ext cx="73152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:5005  Rewards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" y="2926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rules engine, point accumulation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596896"/>
            <a:ext cx="4160520" cy="685800"/>
          </a:xfrm>
          <a:prstGeom prst="rect">
            <a:avLst/>
          </a:prstGeom>
          <a:solidFill>
            <a:srgbClr val="243B5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596896"/>
            <a:ext cx="73152" cy="6858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:5006  Catalog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73752" y="2926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plans, bills, merchant products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392424"/>
            <a:ext cx="4160520" cy="685800"/>
          </a:xfrm>
          <a:prstGeom prst="rect">
            <a:avLst/>
          </a:prstGeom>
          <a:solidFill>
            <a:srgbClr val="243B5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392424"/>
            <a:ext cx="73152" cy="685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34472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:5007  Notification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3721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dispatch via MailKit; event-driven only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392424"/>
            <a:ext cx="4160520" cy="685800"/>
          </a:xfrm>
          <a:prstGeom prst="rect">
            <a:avLst/>
          </a:prstGeom>
          <a:solidFill>
            <a:srgbClr val="243B5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392424"/>
            <a:ext cx="73152" cy="6858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7" name="Text 35"/>
          <p:cNvSpPr/>
          <p:nvPr/>
        </p:nvSpPr>
        <p:spPr>
          <a:xfrm>
            <a:off x="4873752" y="34472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:5008  Receipts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73752" y="3721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receipt generation, download endpoint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187952"/>
            <a:ext cx="4160520" cy="685800"/>
          </a:xfrm>
          <a:prstGeom prst="rect">
            <a:avLst/>
          </a:prstGeom>
          <a:solidFill>
            <a:srgbClr val="243B5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187952"/>
            <a:ext cx="73152" cy="6858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12" y="42428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:5009  Admin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8912" y="45171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fraud flags, audit dashboard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4187952"/>
            <a:ext cx="4160520" cy="685800"/>
          </a:xfrm>
          <a:prstGeom prst="rect">
            <a:avLst/>
          </a:prstGeom>
          <a:solidFill>
            <a:srgbClr val="243B5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4187952"/>
            <a:ext cx="73152" cy="685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5" name="Text 43"/>
          <p:cNvSpPr/>
          <p:nvPr/>
        </p:nvSpPr>
        <p:spPr>
          <a:xfrm>
            <a:off x="4873752" y="42428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:5010  Chatbot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73752" y="45171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+ Claude API — natural language queries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enters through Ocelot — services never call each other directly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146304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0584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914400"/>
            <a:ext cx="1828800" cy="8046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91440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1335024"/>
            <a:ext cx="41148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932688"/>
            <a:ext cx="86868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932688"/>
            <a:ext cx="8686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02412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31920" y="129844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932688"/>
            <a:ext cx="86868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30368" y="932688"/>
            <a:ext cx="8686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230368" y="102412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1920" y="129844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932688"/>
            <a:ext cx="86868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08776" y="932688"/>
            <a:ext cx="868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208776" y="102412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31920" y="129844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87184" y="932688"/>
            <a:ext cx="86868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87184" y="932688"/>
            <a:ext cx="86868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7187184" y="102412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931920" y="129844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65592" y="932688"/>
            <a:ext cx="86868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65592" y="932688"/>
            <a:ext cx="86868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8165592" y="102412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:5005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931920" y="129844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51960" y="1892808"/>
            <a:ext cx="86868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51960" y="1892808"/>
            <a:ext cx="868680" cy="640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5" name="Text 33"/>
          <p:cNvSpPr/>
          <p:nvPr/>
        </p:nvSpPr>
        <p:spPr>
          <a:xfrm>
            <a:off x="4251960" y="198424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31920" y="225856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30368" y="1892808"/>
            <a:ext cx="86868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30368" y="1892808"/>
            <a:ext cx="86868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Text 37"/>
          <p:cNvSpPr/>
          <p:nvPr/>
        </p:nvSpPr>
        <p:spPr>
          <a:xfrm>
            <a:off x="5230368" y="198424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:5007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931920" y="225856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08776" y="1892808"/>
            <a:ext cx="86868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08776" y="1892808"/>
            <a:ext cx="868680" cy="6400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43" name="Text 41"/>
          <p:cNvSpPr/>
          <p:nvPr/>
        </p:nvSpPr>
        <p:spPr>
          <a:xfrm>
            <a:off x="6208776" y="198424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:5008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931920" y="225856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87184" y="1892808"/>
            <a:ext cx="86868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187184" y="1892808"/>
            <a:ext cx="868680" cy="640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7" name="Text 45"/>
          <p:cNvSpPr/>
          <p:nvPr/>
        </p:nvSpPr>
        <p:spPr>
          <a:xfrm>
            <a:off x="7187184" y="198424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:5009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931920" y="225856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65592" y="1892808"/>
            <a:ext cx="86868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165592" y="1892808"/>
            <a:ext cx="8686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1" name="Text 49"/>
          <p:cNvSpPr/>
          <p:nvPr/>
        </p:nvSpPr>
        <p:spPr>
          <a:xfrm>
            <a:off x="8165592" y="198424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:5010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931920" y="225856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" y="3017520"/>
            <a:ext cx="86868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0358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🐰  RabbitMQ Event Bus  —  Async Decoupled Communication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28600" y="3794760"/>
            <a:ext cx="128016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DB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691640" y="3794760"/>
            <a:ext cx="128016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9164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DB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154680" y="3794760"/>
            <a:ext cx="128016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5468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DB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17720" y="3794760"/>
            <a:ext cx="128016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DB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80760" y="3794760"/>
            <a:ext cx="128016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076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DB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543800" y="3794760"/>
            <a:ext cx="128016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4380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more DBs…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28600" y="43159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Database-per-Service Pattern  (SQL Server)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Flow — Ocelot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resolution, JWT validation, and service proxying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417320" cy="822960"/>
          </a:xfrm>
          <a:prstGeom prst="rect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515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91640" y="1463040"/>
            <a:ext cx="411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13533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1051560"/>
            <a:ext cx="1417320" cy="82296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0" y="10515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411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3533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1051560"/>
            <a:ext cx="1417320" cy="82296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10515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463040"/>
            <a:ext cx="411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3533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051560"/>
            <a:ext cx="1417320" cy="822960"/>
          </a:xfrm>
          <a:prstGeom prst="rect">
            <a:avLst/>
          </a:prstGeom>
          <a:solidFill>
            <a:srgbClr val="F9731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0515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1463040"/>
            <a:ext cx="411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13533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1051560"/>
            <a:ext cx="1417320" cy="822960"/>
          </a:xfrm>
          <a:prstGeom prst="rect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10515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09560" y="1463040"/>
            <a:ext cx="411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13533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0" y="1051560"/>
            <a:ext cx="1417320" cy="822960"/>
          </a:xfrm>
          <a:prstGeom prst="rect">
            <a:avLst/>
          </a:prstGeom>
          <a:solidFill>
            <a:srgbClr val="0EA5E9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46720" y="10515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03120"/>
          <a:ext cx="8595360" cy="169164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Service :5001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/api/wallet/**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/api/wallet/balance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Service :5003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/api/ledger/**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/api/ledger/history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Service :5004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/api/chatbot/**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/api/chatbot/chat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FastAPI :5010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274320" y="39776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Ocelot Features Used: JWT Bearer Validation  •  Load Balancing  •  Polly Circuit Breaker  •  Rate Limiting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343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services registered in ocelot.json — clients NEVER call services directly. Single ingress point enforces auth.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&amp; Refresh Token Rotation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 at scale — the full lifecycle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54864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32688"/>
            <a:ext cx="41148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932688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9875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20700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verify (work factor 12)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1545336"/>
            <a:ext cx="54864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545336"/>
            <a:ext cx="41148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545336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1600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JWT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181965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 access token  +  7-day refresh token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157984"/>
            <a:ext cx="54864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157984"/>
            <a:ext cx="41148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" y="2157984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" y="2212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Refresh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243230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in DB with IsRevoked + ReplacedByToken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770632"/>
            <a:ext cx="54864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70632"/>
            <a:ext cx="41148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" y="2770632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9808" y="28254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uses JWT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304495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header → Ocelot validates on every request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383280"/>
            <a:ext cx="54864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383280"/>
            <a:ext cx="41148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338328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" y="343814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36576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/auth/refresh → rotate: old revoked, new issued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995928"/>
            <a:ext cx="54864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995928"/>
            <a:ext cx="41148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" y="3995928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49808" y="40507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/ Revoke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" y="427024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IsRevoked = true; ReplacedByToken audit trail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932688"/>
            <a:ext cx="2880360" cy="39776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89320" y="932688"/>
            <a:ext cx="288036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100584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Payload Claims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80760" y="13898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sub: userId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80760" y="18470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user@domain.com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23042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role: User | Admin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80760" y="27614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jti: unique token ID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80760" y="32186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iat: issued-at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80760" y="36758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exp: issued-at + 60min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56032" y="4663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Rotation guarantee: old refresh is immediately revoked when new one is issued — prevents replay attacks.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Patterns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vs Async — right tool for right job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023360" cy="36576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02336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Synchronous (HTTP/REST)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Client → Ocelot → Service via HTTP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Used for: Auth, Wallet balance, User profile reads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633472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JWT validated on every hop at gateway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163824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Polly retry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694176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Direct Response: client waits for result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005840"/>
            <a:ext cx="4251960" cy="36576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05840"/>
            <a:ext cx="42519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🐰  Async (RabbitMQ Events)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5727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Producer publishes event to exchange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2103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Consumers are independent services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26334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UserRegistered → 4 consumers fan-out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31638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direct service-to-service HTTP calls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69417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Fire-and-forget: producer doesn't wait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Sync for reads that need immediate data. Async for cross-service writes that can tolerate eventual consistency.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Event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topology, fan-out routing, and BaseConsumer&lt;T&gt; pattern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103120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515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(Publisher)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1380744"/>
            <a:ext cx="457200" cy="0"/>
          </a:xfrm>
          <a:prstGeom prst="line">
            <a:avLst/>
          </a:prstGeom>
          <a:noFill/>
          <a:ln w="12700">
            <a:solidFill>
              <a:srgbClr val="1A2E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960120"/>
            <a:ext cx="2286000" cy="841248"/>
          </a:xfrm>
          <a:prstGeom prst="rect">
            <a:avLst/>
          </a:prstGeom>
          <a:solidFill>
            <a:srgbClr val="1A2E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960120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user.exchange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(Fanout)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4920" y="1005840"/>
            <a:ext cx="5486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23560" y="731520"/>
            <a:ext cx="19202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7315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23560" y="12984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create default record / send email / init wallet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74920" y="1965960"/>
            <a:ext cx="5486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1691640"/>
            <a:ext cx="19202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16916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23560" y="2258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create default record / send email / init wallet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74920" y="2926080"/>
            <a:ext cx="5486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2651760"/>
            <a:ext cx="19202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26517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create default record / send email / init wallet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74920" y="3886200"/>
            <a:ext cx="5486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23560" y="3611880"/>
            <a:ext cx="19202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36118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23560" y="4178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create default record / send email / init wallet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0" y="914400"/>
            <a:ext cx="1097280" cy="39319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0" y="914400"/>
            <a:ext cx="10972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10058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&lt;T&gt;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90688" y="1920240"/>
            <a:ext cx="1060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Deserialize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90688" y="2359152"/>
            <a:ext cx="1060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HandleAsync(T)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90688" y="2798064"/>
            <a:ext cx="1060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BasicAck on OK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90688" y="3236976"/>
            <a:ext cx="1060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BasicNack on fail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90688" y="3675888"/>
            <a:ext cx="1060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requeue:true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90688" y="4114800"/>
            <a:ext cx="1060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transient errs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28600" y="470916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UserRegisteredEvent  |  Published by Auth Service  |  Consumed by 4 services via fan-out exchange — Auth has zero outbound HTTP calls.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Transactions — The Saga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ACID transactions break across microservices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wallet transfer touches Wallet DB, Ledger DB, and Notification DB. We cannot wrap them in a single database transaction.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920240" cy="13716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19202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93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3042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sender wallet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50592" y="1920240"/>
            <a:ext cx="1920240" cy="13716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920240"/>
            <a:ext cx="19202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2450592" y="1993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50592" y="23042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receiver wallet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50592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26864" y="1920240"/>
            <a:ext cx="1920240" cy="13716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920240"/>
            <a:ext cx="1920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626864" y="1993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6864" y="23042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Ledger entries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26864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3136" y="1920240"/>
            <a:ext cx="1920240" cy="13716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920240"/>
            <a:ext cx="1920240" cy="640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1993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03136" y="23042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Notification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03136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SKIPPED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3429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Problem: Sender is debited, receiver is credited, but the books are unbalanced. Money 'vanished' from the ledger.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840480"/>
            <a:ext cx="8595360" cy="77724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39136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Saga Pattern — sequence of local transactions with compensating rollback transactions if any step fails.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Flow — Wallet Transfer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and compensating transactions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(All Steps Succeed)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53035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73152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Debit Sender → publishes WalletDebited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53035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57400"/>
            <a:ext cx="73152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Credit Receiver → publishes WalletCredited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53035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43200"/>
            <a:ext cx="73152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Ledger Entry → publishes LedgerRecorded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53035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429000"/>
            <a:ext cx="73152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Notification → publishes NotificationSent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932688"/>
            <a:ext cx="3063240" cy="36576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806440" y="932688"/>
            <a:ext cx="3063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102412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&amp; Compensation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97880" y="14173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fails (Ledger)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97880" y="169164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LedgerFailed event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02082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listens 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229514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Compensate: Re-credit Sender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26243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Compensate: 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289864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Debit on Receiver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2278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350215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TransactionRolledBack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83133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user: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410565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"Transfer failed, amount restored"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Key: every Saga step carries a unique key — replayed events are no-ops, preventing double-credits.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Choreography vs Orchestration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 — and why we chose Choreography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60520" cy="374904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416052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7899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Choreography (Our Choice)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react to events independently. No central coordinator.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Decentralized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knows its own job — lower coupling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59689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Resilient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529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 — one service crash doesn't stall others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Scalable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51129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subscribe to exchanges independently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9136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Our pattern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16966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UserRegistered → 4 consumers react in parallel via fan-out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87552"/>
            <a:ext cx="4160520" cy="374904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87552"/>
            <a:ext cx="41605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07899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Orchestration (Alternative)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4813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Saga Orchestrator directs each step and handles compensation.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19385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Easier to trace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194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read the full transaction state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59689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Easier rollback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8529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explicitly calls compensate()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25526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Adds coupling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51129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depend on the orchestrator service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9136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SPOF risk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16966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failure stalls ALL transactions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Answer: "I used choreography — it reduces coupling. The tradeoff is harder end-to-end tracing, mitigated by correlation IDs on every event."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in WalletPlatform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principle with a real code example from the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8631936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32688"/>
            <a:ext cx="566928" cy="69494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932688"/>
            <a:ext cx="566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2688" y="9692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243584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WalletService handles only balance ops. LedgerService only records entries. Auth only issues tokens.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728216"/>
            <a:ext cx="8631936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728216"/>
            <a:ext cx="566928" cy="6949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728216"/>
            <a:ext cx="566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2688" y="17647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2039112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BaseConsumer&lt;T&gt; is closed for modification. New events → new subclass, never touch base logic.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523744"/>
            <a:ext cx="8631936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523744"/>
            <a:ext cx="566928" cy="6949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" y="2523744"/>
            <a:ext cx="566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2688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283464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IWalletService implementation (real vs mock) can replace the concrete class — xUnit tests prove it.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319272"/>
            <a:ext cx="8631936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319272"/>
            <a:ext cx="566928" cy="69494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" y="3319272"/>
            <a:ext cx="566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32688" y="3355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363016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IWalletService, ILedgerService, IAuthService — callers depend only on the methods they use.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114800"/>
            <a:ext cx="8631936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4114800"/>
            <a:ext cx="566928" cy="69494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4114800"/>
            <a:ext cx="5669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32688" y="41513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4425696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depend on IWalletService abstraction. DI container injects concrete at runtime — testable.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Production Readiness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make this enterprise-grade, not just a demo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743200" cy="157276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87552"/>
            <a:ext cx="27432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Idempotency Keys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financial write carries a unique key. GetOrExecuteAsync&lt;T&gt;() handles race conditions via unique index.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987552"/>
            <a:ext cx="2743200" cy="157276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987552"/>
            <a:ext cx="27432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10972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Result&lt;T&gt; Pattern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148132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exceptions for business logic. Every service method returns Result&lt;T&gt; — callers handle success/failure explicitly.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987552"/>
            <a:ext cx="2743200" cy="157276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987552"/>
            <a:ext cx="27432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09728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Double-Entry Ledger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148132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→ Debit + Credit. Credit amount = -value. Books always balance. Matches real banking.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706624"/>
            <a:ext cx="2743200" cy="157276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706624"/>
            <a:ext cx="27432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1635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Outbox Pattern (Flagged)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20040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UserRegisteredEvent publish not yet outbox-guaranteed. Identified as a known reliability gap — production fix needed.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18688" y="2706624"/>
            <a:ext cx="2743200" cy="157276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8688" y="2706624"/>
            <a:ext cx="27432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3328416" y="281635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 Unit Tests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28416" y="320040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Moq + FluentAssertions. All service methods mocked at interface boundary. Zero infrastructure dependencies.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81344" y="2706624"/>
            <a:ext cx="2743200" cy="157276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2706624"/>
            <a:ext cx="27432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6291072" y="281635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Clean Architecture Layers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320040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(domain) → Infrastructure (DB/MQ) → API (controllers). Dependency direction always inward.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 Service Pattern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isolation, schema independence, and the cross-service query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Database-per-Service?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502920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371600"/>
            <a:ext cx="91440" cy="6949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173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Independence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schema changes never break Auth or Ledger migrations.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76272"/>
            <a:ext cx="502920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76272"/>
            <a:ext cx="91440" cy="6949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2199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Flexibility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9631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use Redis for Sessions, MongoDB for Audit — today all SQL Server.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502920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80944"/>
            <a:ext cx="91440" cy="6949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2666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Ownership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009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owns their data model — no shared DB politics.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85616"/>
            <a:ext cx="502920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85616"/>
            <a:ext cx="91440" cy="6949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83133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Isolation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0565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DB going down doesn't kill Auth logins.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932688"/>
            <a:ext cx="3337560" cy="3977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Shape 24"/>
          <p:cNvSpPr/>
          <p:nvPr/>
        </p:nvSpPr>
        <p:spPr>
          <a:xfrm>
            <a:off x="5532120" y="932688"/>
            <a:ext cx="333756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102412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Trade-off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14173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JOINs across services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16642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SELECT wallet JOIN user in one query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23560" y="2103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 denormalization needed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23560" y="23500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stores userId, not full user object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23560" y="27889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Eventual consistency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30358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 via events, not transactions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3560" y="34747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Saga complexity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23560" y="37216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Multi-DB writes need compensation logic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23560" y="4114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Interview: explain this trade-off confidently — it shows architectural maturity.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across every layer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743200" cy="1719072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7432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6984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Transport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4904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HTTPS enforced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85623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TLS on all service-to-service traffic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22199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Secure headers via Ocelot middleware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36976" y="960120"/>
            <a:ext cx="2743200" cy="1719072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6976" y="960120"/>
            <a:ext cx="2743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346704" y="106984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46704" y="14904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JWT Bearer tokens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46704" y="185623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BCrypt work factor 12 on passwords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46704" y="222199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 Password (not OAuth bypass) for Gmail SMTP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9632" y="960120"/>
            <a:ext cx="2743200" cy="1719072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960120"/>
            <a:ext cx="27432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06984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Authorization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4904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Role claims in JWT: User | Admin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185623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Policy-based auth in each service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222199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Admin routes require Admin role claim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72768" y="2880360"/>
            <a:ext cx="2743200" cy="1719072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572768" y="2880360"/>
            <a:ext cx="274320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1682496" y="299008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Token Security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82496" y="341071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Refresh token rotation (single-use)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82496" y="37764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IsRevoked flag + ReplacedByToken audit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82496" y="414223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60-min access / 7-day refresh expiry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35424" y="2880360"/>
            <a:ext cx="2743200" cy="1719072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35424" y="2880360"/>
            <a:ext cx="27432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4645152" y="299008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Secrets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45152" y="341071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dotenv.net for local dev — no secrets in source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45152" y="37764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Separate appsettings per environment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45152" y="414223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.gitignore covers .env files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 &amp; Resilience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behaves under failure conditions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420624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32688"/>
            <a:ext cx="4206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2412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Downstream Service Down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316736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Ocelot health check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503 with meaningful error message; circuit opens after N failures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6592" y="932688"/>
            <a:ext cx="420624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932688"/>
            <a:ext cx="420624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2412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RabbitMQ Consumer Crash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316736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Message remains in queue (not acked)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57276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BasicNack with requeue:true for transient; requeue:false for poison messages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231136"/>
            <a:ext cx="420624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231136"/>
            <a:ext cx="4206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2257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Duplicate Transaction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615184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Idempotency key unique index violation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871216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GetOrExecuteAsync&lt;T&gt;() returns cached result — no double-debit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2231136"/>
            <a:ext cx="420624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2231136"/>
            <a:ext cx="420624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32257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Saga Step Failure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615184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Compensating event emitted by failed service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2871216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Upstream services receive compensating event and reverse their local transactions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529584"/>
            <a:ext cx="420624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529584"/>
            <a:ext cx="420624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6210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Invalid JWT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913632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Ocelot JWT middleware validates on every request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16966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401 Unauthorized — service never reached. Token rotation prevents replay.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3529584"/>
            <a:ext cx="420624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3529584"/>
            <a:ext cx="4206240" cy="640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6210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SMTP Failure (MailKit)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913632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Exception caught in NotificationService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16966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Result.Failure returned; event acked — notification is best-effort by design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journey: Register → Add Money → Transfer → Ledger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50292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87552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User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024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 :5001]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280160"/>
            <a:ext cx="7909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/api/auth/register → UserRegisteredEvent published → 4 consumers fan out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554480"/>
            <a:ext cx="8631936" cy="50292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554480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15910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Get JWT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1591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 :5001]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1847088"/>
            <a:ext cx="7909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→ JWT (60min) + RefreshToken (7day) returned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121408"/>
            <a:ext cx="8631936" cy="50292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121408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2157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Profile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2157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[UserProfile :5002]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414016"/>
            <a:ext cx="7909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/api/users/profile → bearer token validated at Ocelot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688336"/>
            <a:ext cx="8631936" cy="50292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688336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" y="27249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Money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2724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[Wallet :5003]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2980944"/>
            <a:ext cx="7909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/api/wallet/add → idempotency key required → balance updated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3255264"/>
            <a:ext cx="8631936" cy="50292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255264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" y="3255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Funds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[Wallet :5003 + Ledger :5004]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" y="3547872"/>
            <a:ext cx="7909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/api/wallet/transfer → Saga: debit, credit, ledger entries, notification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3822192"/>
            <a:ext cx="8631936" cy="50292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822192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" y="3822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41248" y="3858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Ledger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26080" y="3858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[Ledger :5004]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" y="4114800"/>
            <a:ext cx="7909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/api/ledger/history → double-entry: Debit + Credit for every transaction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4389120"/>
            <a:ext cx="8631936" cy="50292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6032" y="4389120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5" name="Text 43"/>
          <p:cNvSpPr/>
          <p:nvPr/>
        </p:nvSpPr>
        <p:spPr>
          <a:xfrm>
            <a:off x="256032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41248" y="4425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Query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26080" y="4425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[Chatbot :5010]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" y="4681728"/>
            <a:ext cx="7909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/api/chatbot/chat → Python FastAPI → Claude API → natural language response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gotchas — not textbook problems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4206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32688"/>
            <a:ext cx="4206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2412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Windows Defender locking DLLs on build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3986784" cy="18288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08760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Added project folder to Defender exclusions — 3-hour debugging session.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36592" y="932688"/>
            <a:ext cx="4206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932688"/>
            <a:ext cx="4206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2412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RabbitMQ showing Consumers: 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3986784" cy="18288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508760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Services must all start simultaneously — messages published before consumers registered.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231136"/>
            <a:ext cx="4206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231136"/>
            <a:ext cx="4206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22576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Gmail SMTP 535 auth failure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61488"/>
            <a:ext cx="3986784" cy="18288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07208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MailKit + SecureSocketOptions.StartTls on port 587 — not System.Net.Mail.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6592" y="2231136"/>
            <a:ext cx="4206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2231136"/>
            <a:ext cx="4206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322576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Python chatbot 502 routing to wrong 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761488"/>
            <a:ext cx="3986784" cy="18288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807208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Pinned anthropic==0.28.0 — google-generativeai package in venv caused conflict.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529584"/>
            <a:ext cx="4206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529584"/>
            <a:ext cx="4206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62102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EF migrations failed at design time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059936"/>
            <a:ext cx="3986784" cy="18288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105656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Add Microsoft.EntityFrameworkCore.Design to every .API project + connection string in appsettings.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36592" y="3529584"/>
            <a:ext cx="4206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3529584"/>
            <a:ext cx="4206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62102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PowerShell multi-line command failures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059936"/>
            <a:ext cx="3986784" cy="18288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4105656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use single-line commands — backslash continuation doesn't work in PS.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Microservices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and scalability roadmap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2011680" cy="38862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60120"/>
            <a:ext cx="201168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10424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Outbox Pattern for UserRegisteredEvent publish guarantee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66090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Dead Letter Queue (DLQ) handling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62102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Distributed tracing with OpenTelemetry + Jaeger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50592" y="960120"/>
            <a:ext cx="2011680" cy="38862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96012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10424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170078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Centralised logging: Seq or ELK stack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0" y="266090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Health endpoint aggregation dashboard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362102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Prometheus metrics + Grafana dashboards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45152" y="960120"/>
            <a:ext cx="2011680" cy="38862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960120"/>
            <a:ext cx="20116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152" y="10424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70078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Kubernetes deployment manifests (Helm charts)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66090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Redis cache layer for hot wallet balances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362102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Horizontal pod autoscaling on Wallet + Ledger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39712" y="960120"/>
            <a:ext cx="2011680" cy="3886200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9712" y="960120"/>
            <a:ext cx="20116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839712" y="10424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170078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gRPC for high-frequency Wallet↔Ledger calls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0" y="266090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Event sourcing on Ledger for full audit trail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3621024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Multi-currency wallet support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" y="491947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critical: Outbox Pattern (Phase 1) — currently the only known reliability gap in production readiness.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1097280"/>
            <a:ext cx="5029200" cy="5029200"/>
          </a:xfrm>
          <a:prstGeom prst="ellipse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69080" cy="84124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0690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188720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Microservice Boundaries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decomposition — each service owns exactly one bounded context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069080" cy="84124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97280"/>
            <a:ext cx="40690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188720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Auth at Scale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0328" y="1481328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tokens, refresh rotation, revocation — production patterns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4069080" cy="84124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03120"/>
            <a:ext cx="40690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194560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Event-Driven Architecture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2487168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fan-out, BaseConsumer&lt;T&gt;, reliable publish/consume 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103120"/>
            <a:ext cx="4069080" cy="84124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103120"/>
            <a:ext cx="40690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194560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Distributed Transactions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0328" y="2487168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with choreography, idempotency keys, compensating transactions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4069080" cy="84124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40690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200400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SOLID + Clean Architecture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3493008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principle demonstrated in real code with testable interfaces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108960"/>
            <a:ext cx="4069080" cy="841248"/>
          </a:xfrm>
          <a:prstGeom prst="rect">
            <a:avLst/>
          </a:prstGeom>
          <a:solidFill>
            <a:srgbClr val="243B55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108960"/>
            <a:ext cx="40690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910328" y="3200400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Production Readiness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3493008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tests, failure handling, security layers, known gaps documented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8412480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5196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•  10 Microservices  •  .NET 10  •  Clean Architecture  •  Built by Aaryan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2659</Words>
  <Application>Microsoft Office PowerPoint</Application>
  <PresentationFormat>On-screen Show (16:9)</PresentationFormat>
  <Paragraphs>479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WalletPlatform – Microservices Architecture Deep Dive</dc:title>
  <dc:subject>PptxGenJS Presentation</dc:subject>
  <dc:creator>PptxGenJS</dc:creator>
  <cp:lastModifiedBy>Anuska Palit</cp:lastModifiedBy>
  <cp:revision>2</cp:revision>
  <dcterms:created xsi:type="dcterms:W3CDTF">2026-04-15T14:07:55Z</dcterms:created>
  <dcterms:modified xsi:type="dcterms:W3CDTF">2026-04-16T12:23:11Z</dcterms:modified>
</cp:coreProperties>
</file>